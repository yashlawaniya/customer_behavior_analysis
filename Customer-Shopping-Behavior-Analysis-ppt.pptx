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64581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388848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spending patterns, customer segments, and product preferences from 3,900 transactions.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094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at a Glance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103636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963565"/>
            <a:ext cx="53162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Purchases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213915" y="2103636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213915" y="2963565"/>
            <a:ext cx="53163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Columns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3746103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37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61475" y="4606032"/>
            <a:ext cx="53162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Values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61475" y="5029498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 only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13915" y="3746103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$59.76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213915" y="4606032"/>
            <a:ext cx="53163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Avg. Purchase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61475" y="554454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Demographics, purchase details, and shopping behavior features across 4 product categories.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63576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 in Python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61475" y="2367260"/>
            <a:ext cx="3053877" cy="1721445"/>
          </a:xfrm>
          <a:prstGeom prst="roundRect">
            <a:avLst>
              <a:gd name="adj" fmla="val 461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562622"/>
            <a:ext cx="266316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56832" y="2986087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missing Review Ratings using median by category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67260"/>
            <a:ext cx="3053976" cy="1721445"/>
          </a:xfrm>
          <a:prstGeom prst="roundRect">
            <a:avLst>
              <a:gd name="adj" fmla="val 4612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562622"/>
            <a:ext cx="266326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Engineer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099715" y="2986087"/>
            <a:ext cx="2663262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77717"/>
            <a:ext cx="6296860" cy="1116608"/>
          </a:xfrm>
          <a:prstGeom prst="roundRect">
            <a:avLst>
              <a:gd name="adj" fmla="val 711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473079"/>
            <a:ext cx="59061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Integrate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56832" y="4896545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cleaned DataFrame into PostgreSQL for SQL analysis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female customers — a significant gap worth investigating further.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859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High-Spending Discount Users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3309342"/>
            <a:ext cx="5319083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20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839 Customers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511550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discounts yet spent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above average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purchase amount. These are your most valuable discount-driven buyers.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61475" y="3678039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2F1D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29" y="3748881"/>
            <a:ext cx="118067" cy="94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8450" y="3744119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spender: Customer #9 — $97 with discount applied</a:t>
            </a:r>
            <a:endParaRPr lang="en-US" sz="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487" y="959842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204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Products &amp; Shipping Insights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734741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5 Products by Rating</a:t>
            </a:r>
            <a:endParaRPr lang="en-US" sz="1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57425"/>
          <a:ext cx="9143771" cy="914400"/>
        </p:xfrm>
        <a:graphic>
          <a:graphicData uri="http://schemas.openxmlformats.org/drawingml/2006/table">
            <a:tbl>
              <a:tblPr/>
              <a:tblGrid>
                <a:gridCol w="2601897"/>
                <a:gridCol w="2601897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Avg Rating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Gloves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3.86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Sandals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3.84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Boots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3.82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3.80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Skirt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3.78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2790706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3338975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3887244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435513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4983782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332776" y="1734741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Type vs. Avg Spend</a:t>
            </a:r>
            <a:endParaRPr lang="en-US" sz="1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257425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Subscribers vs. Non-Subscribers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Gap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27%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customers subscribe, yet subscribers show strong repeat-buy behavior. Huge untapped potential.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300809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2F1D6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87552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518098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958 repeat buyers (5+ purchases) are non-subscribers — prime conversion targets.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Pyramid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80%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customers are already Loyal. Focus: convert Returning → Loyal, and acquire New customers.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Age Group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3 Products per Category</a:t>
            </a:r>
            <a:endParaRPr lang="en-US" sz="1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2776" y="2506960"/>
          <a:ext cx="9143771" cy="914400"/>
        </p:xfrm>
        <a:graphic>
          <a:graphicData uri="http://schemas.openxmlformats.org/drawingml/2006/table">
            <a:tbl>
              <a:tblPr/>
              <a:tblGrid>
                <a:gridCol w="2601897"/>
                <a:gridCol w="2601897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 Products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Clothing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Blouse, Pants, Shirt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Accessories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Jewelry, Sunglasses, Belt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5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Footwear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Sandals, Shoes, Sneakers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Outerwear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Jacket, Coat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332776" y="3040241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6332776" y="3588510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6332776" y="4136779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332776" y="4987459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28576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Recommendations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32260"/>
            <a:ext cx="378014" cy="3780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5723" y="1797149"/>
            <a:ext cx="568261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275723" y="2220615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01057"/>
            <a:ext cx="378014" cy="3780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2965946"/>
            <a:ext cx="568261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Programs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275723" y="3389412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→ Loyal segment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69854"/>
            <a:ext cx="378014" cy="3780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4134743"/>
            <a:ext cx="568261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Discount Policy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275723" y="4558209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lift with margin control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38651"/>
            <a:ext cx="378014" cy="3780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75723" y="5303540"/>
            <a:ext cx="568261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Marketing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1275723" y="5727005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&amp; express shippers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2026-09-24T14:45:01Z</dcterms:created>
  <dcterms:modified xsi:type="dcterms:W3CDTF">2026-09-24T14:45:01Z</dcterms:modified>
</cp:coreProperties>
</file>